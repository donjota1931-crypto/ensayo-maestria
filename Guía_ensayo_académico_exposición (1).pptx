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89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7460" y="103017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· CÓMO · POR QUÉ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394460" y="1292328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ampliada para la redacción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ensayo académico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94460" y="30754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maestría · Estructura, evidencia y rigor académico (APA 7.ª ed.)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371087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Ana Cornejo Mayorga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03091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junio de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5074920"/>
            <a:ext cx="960120" cy="960120"/>
          </a:xfrm>
          <a:prstGeom prst="ellipse">
            <a:avLst/>
          </a:prstGeom>
          <a:solidFill>
            <a:srgbClr val="26307A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606040" y="5074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6126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5074920"/>
            <a:ext cx="960120" cy="960120"/>
          </a:xfrm>
          <a:prstGeom prst="ellipse">
            <a:avLst/>
          </a:prstGeom>
          <a:solidFill>
            <a:srgbClr val="26307A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989320" y="5074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6126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72600" y="5074920"/>
            <a:ext cx="960120" cy="960120"/>
          </a:xfrm>
          <a:prstGeom prst="ellipse">
            <a:avLst/>
          </a:prstGeom>
          <a:solidFill>
            <a:srgbClr val="26307A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372600" y="5074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6126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del ensayo académico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que estructuran progresivamente la argumentación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y delimita el tema. El lector entiende qué fenómeno se analiza y por qué importa.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617720" y="201168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6177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la tesis con evidencia científica, análisis crítico y contraste de teorías.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6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321040" y="20116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hallazgos y demuestra la validez de la tesis planteada al inicio.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Introducción: el QUÉ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y delimita el fenómeno de estudio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68680" y="1938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tema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conceptual, características y conceptos clave del fenómeno.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400800" y="1938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Contextualización del problema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1945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actual, antecedentes y contexto (geográfico, social, tecnológico).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68680" y="3355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e importancia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6118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científica y social; vacíos de conocimiento en la literatura.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1089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400800" y="3355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0080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6118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interrogante principal que guiará todo el análisis.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868680" y="4773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6868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636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ensayo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pretende analizar, explicar, comprender o argumentar.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452628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400800" y="4773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40080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4636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o postura central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que el autor defenderá a lo largo del desarrollo.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Desarrollo: el CÓMO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argumentativo: evidencia, análisis crítico y contrastación teórica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literatura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previos, hallazgos recientes y debates académicos.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566160" y="17830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46888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Teorías y modelos que explican el fenómeno, respaldados por autores reconocidos.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evidencias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investigaciones y evidencias empíricas relevantes.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6002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052560" y="17830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autores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052560" y="246888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Coincidencias y discrepancias metodológicas o teóricas entre investigadores.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categorización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Tipologías, dimensiones y organización temática de la información.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420624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56616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crítica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50749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hallazgos; fortalezas, limitaciones y contradicciones.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20624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2F4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30936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argumentos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50749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evidencia y tesis mediante razonamiento lógico.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el enfoque metodológico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evidencia que sustenta el desarrollo del ensayo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23444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cuantitativa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estadísticos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encuestas o experimentos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72084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cualitativa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20840" y="27889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Discursos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 caso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emergentes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esperados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cada sección debe dejar resuelto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claramente delimitado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contextualizado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definido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formulada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va a estudiar y por qué es importante hacerlo?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520440" cy="3200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34340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Argumentación sólida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científica actualizada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coherente teoría–análisis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 la tesis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explican la teoría y la evidencia el fenómeno estudiado?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46720" y="2011680"/>
            <a:ext cx="352044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4672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5146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clara a la pregunta central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sustentada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académica fundamentada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y proyecciones futuras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son importantes los hallazgos y qué aportan al conocimiento?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Conclusión: el POR QUÉ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argumentativa: integra hallazgos y demuestra la validez de la tesis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hallazgos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10312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los principales argumentos desarrollados.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600200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93208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pregunta orientadora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93208" y="210312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Contestación explícita de la pregunta de la introducción.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41248" y="319125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o reformulación de la tesis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358444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la postura inicial a partir de la evidencia.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081528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093208" y="319125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crítica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93208" y="358444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e interpretación del significado académico y práctico.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562856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41248" y="467258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5065776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teóricos, aplicaciones prácticas y relevancia futura.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4562856"/>
            <a:ext cx="3977640" cy="1298448"/>
          </a:xfrm>
          <a:prstGeom prst="roundRect">
            <a:avLst>
              <a:gd name="adj" fmla="val 7042"/>
            </a:avLst>
          </a:prstGeom>
          <a:solidFill>
            <a:srgbClr val="FFF6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93208" y="467258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futura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93208" y="5065776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líneas de investigación y aspectos por profundizar.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325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recomendados: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2057400"/>
            <a:ext cx="2834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consiguiente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consecuencia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Finalmente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este modo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pues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transversales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en todo el ensayo, de principio a fin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científico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46720" y="19202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75320" y="19202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argumentativa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científica actualizada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333756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correcto de citas y referencias (APA 7.ª ed.)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333756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75320" y="3337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académica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formal y precisa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43400" y="475488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fuentes confiables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46720" y="475488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630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75320" y="47548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lógica introducción–desarrollo–conclusión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Panorámica</PresentationFormat>
  <Paragraphs>149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ampliada para la redacción de un ensayo académico</dc:title>
  <dc:subject>PptxGenJS Presentation</dc:subject>
  <dc:creator>Guía académica</dc:creator>
  <cp:lastModifiedBy>ANA DEL ROCIO CORNEJO MAYORGA</cp:lastModifiedBy>
  <cp:revision>2</cp:revision>
  <dcterms:created xsi:type="dcterms:W3CDTF">2026-06-20T12:33:15Z</dcterms:created>
  <dcterms:modified xsi:type="dcterms:W3CDTF">2026-06-20T12:38:02Z</dcterms:modified>
</cp:coreProperties>
</file>